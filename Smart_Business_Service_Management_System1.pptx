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Business Service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Your Name</a:t>
            </a:r>
          </a:p>
          <a:p>
            <a:r>
              <a:t>College Name</a:t>
            </a:r>
          </a:p>
          <a:p>
            <a:r>
              <a:t>Department</a:t>
            </a:r>
          </a:p>
          <a:p>
            <a:r>
              <a:t>Guide Name</a:t>
            </a:r>
          </a:p>
          <a:p>
            <a:r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Web-based platform for managing business services</a:t>
            </a:r>
          </a:p>
          <a:p>
            <a:r>
              <a:t>Supports Gym, Hostel, Hotel, Coaching</a:t>
            </a:r>
          </a:p>
          <a:p>
            <a:r>
              <a:t>Manages bookings, payments, users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systems inefficient</a:t>
            </a:r>
          </a:p>
          <a:p>
            <a:r>
              <a:t>No automation</a:t>
            </a:r>
          </a:p>
          <a:p>
            <a:r>
              <a:t>Poor communication</a:t>
            </a:r>
          </a:p>
          <a:p>
            <a:r>
              <a:t>Limited flexibility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 system</a:t>
            </a:r>
          </a:p>
          <a:p>
            <a:r>
              <a:t>Booking &amp; request-based access</a:t>
            </a:r>
          </a:p>
          <a:p>
            <a:r>
              <a:t>Payment tracking</a:t>
            </a:r>
          </a:p>
          <a:p>
            <a:r>
              <a:t>Improve user experience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Multi-service platform</a:t>
            </a:r>
          </a:p>
          <a:p>
            <a:r>
              <a:t>Admin, Owner, User roles</a:t>
            </a:r>
          </a:p>
          <a:p>
            <a:r>
              <a:t>Booking + Payment + Notification</a:t>
            </a:r>
          </a:p>
          <a:p>
            <a:r>
              <a:t>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(Spring Boot)</a:t>
            </a:r>
          </a:p>
          <a:p>
            <a:r>
              <a:t>HTML, CSS, JavaScript</a:t>
            </a:r>
          </a:p>
          <a:p>
            <a:r>
              <a:t>MySQL</a:t>
            </a:r>
          </a:p>
          <a:p>
            <a:r>
              <a:t>IntelliJ / VS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User: Search &amp; Book</a:t>
            </a:r>
          </a:p>
          <a:p>
            <a:r>
              <a:t>Owner: Manage services</a:t>
            </a:r>
          </a:p>
          <a:p>
            <a:r>
              <a:t>Admin: Control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Booking system</a:t>
            </a:r>
          </a:p>
          <a:p>
            <a:r>
              <a:t>Payment tracking</a:t>
            </a:r>
          </a:p>
          <a:p>
            <a:r>
              <a:t>Notifications</a:t>
            </a:r>
          </a:p>
          <a:p>
            <a:r>
              <a:t>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Email notifications</a:t>
            </a:r>
          </a:p>
          <a:p>
            <a:r>
              <a:t>Online payment</a:t>
            </a:r>
          </a:p>
          <a:p>
            <a:r>
              <a:t>Charts</a:t>
            </a:r>
          </a:p>
          <a:p>
            <a:r>
              <a:t>Reviews &amp; Ratings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Users, Services, Bookings</a:t>
            </a:r>
          </a:p>
          <a:p>
            <a:r>
              <a:t>Payments, Reviews, Notifications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 → Search → Book → Approve → Pay → 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Efficient system</a:t>
            </a:r>
          </a:p>
          <a:p>
            <a:r>
              <a:t>Reduces manual work</a:t>
            </a:r>
          </a:p>
          <a:p>
            <a:r>
              <a:t>User-friendly &amp; scalable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160</Words>
  <Application>Microsoft Office PowerPoint</Application>
  <PresentationFormat>On-screen Show (4:3)</PresentationFormat>
  <Paragraphs>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Smart Business Service Management System</vt:lpstr>
      <vt:lpstr>Introduction</vt:lpstr>
      <vt:lpstr>Problem Statement</vt:lpstr>
      <vt:lpstr>Objectives</vt:lpstr>
      <vt:lpstr>Proposed System</vt:lpstr>
      <vt:lpstr>Technologies Used</vt:lpstr>
      <vt:lpstr>Modules</vt:lpstr>
      <vt:lpstr>Features</vt:lpstr>
      <vt:lpstr>Advanced Features</vt:lpstr>
      <vt:lpstr>Database Design</vt:lpstr>
      <vt:lpstr>Project Flow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Aditya</dc:creator>
  <cp:keywords/>
  <dc:description>generated using python-pptx</dc:description>
  <cp:lastModifiedBy>adityakanase163@gmail.com</cp:lastModifiedBy>
  <cp:revision>1</cp:revision>
  <dcterms:created xsi:type="dcterms:W3CDTF">2013-01-27T09:14:16Z</dcterms:created>
  <dcterms:modified xsi:type="dcterms:W3CDTF">2026-04-09T13:12:28Z</dcterms:modified>
  <cp:category/>
</cp:coreProperties>
</file>